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unctional Requirements" id="{1b2d89fd-9d2f-76a0-d016-acba349fee2b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19 of the 25 requirements are done and tested. Six remain: settings is partly done (the privacy part works), and the five AI features have not started.
Planned order: finish settings, then the AI task breakdown (FR25), because the stand-up report, sprint planning and project generation reuse the same pattern, then OCR (FR12) and finally project generation (FR11), which is the riskiest.
Why the AI features are last: they depend on free model services with limits, so the product has to work fully without them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AN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2880"/>
            <a:ext cx="11091672" cy="11155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i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000" dirty="0"/>
          </a:p>
        </p:txBody>
      </p:sp>
      <p:pic>
        <p:nvPicPr>
          <p:cNvPr id="4" name="Image 0" descr="SS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5989320"/>
            <a:ext cx="1856232" cy="80192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182880"/>
            <a:ext cx="110916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i="1" dirty="0">
                <a:solidFill>
                  <a:schemeClr val="bg1"/>
                </a:solidFill>
              </a:rPr>
              <a:t>Functional Requirements: Remaining</a:t>
            </a:r>
            <a:endParaRPr lang="en-US" sz="4000" dirty="0"/>
          </a:p>
        </p:txBody>
      </p:sp>
      <p:sp>
        <p:nvSpPr>
          <p:cNvPr id="3" name="Completed panel"/>
          <p:cNvSpPr/>
          <p:nvPr/>
        </p:nvSpPr>
        <p:spPr>
          <a:xfrm>
            <a:off x="548640" y="1645920"/>
            <a:ext cx="3291840" cy="4206240"/>
          </a:xfrm>
          <a:prstGeom prst="roundRect">
            <a:avLst>
              <a:gd name="adj" fmla="val 6944"/>
            </a:avLst>
          </a:prstGeom>
          <a:solidFill>
            <a:schemeClr val="accent2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4" name="Completed label"/>
          <p:cNvSpPr txBox="1"/>
          <p:nvPr/>
        </p:nvSpPr>
        <p:spPr>
          <a:xfrm>
            <a:off x="77724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COMPLETED</a:t>
            </a:r>
            <a:endParaRPr lang="en-US" sz="2000" dirty="0"/>
          </a:p>
        </p:txBody>
      </p:sp>
      <p:sp>
        <p:nvSpPr>
          <p:cNvPr id="5" name="Completed count"/>
          <p:cNvSpPr txBox="1"/>
          <p:nvPr/>
        </p:nvSpPr>
        <p:spPr>
          <a:xfrm>
            <a:off x="777240" y="2377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/ 25</a:t>
            </a:r>
            <a:endParaRPr lang="en-US" sz="5200" dirty="0"/>
          </a:p>
        </p:txBody>
      </p:sp>
      <p:sp>
        <p:nvSpPr>
          <p:cNvPr id="6" name="Completed caption"/>
          <p:cNvSpPr txBox="1"/>
          <p:nvPr/>
        </p:nvSpPr>
        <p:spPr>
          <a:xfrm>
            <a:off x="777240" y="33832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functional requirements done and tested</a:t>
            </a:r>
            <a:endParaRPr lang="en-US" sz="1600" dirty="0"/>
          </a:p>
        </p:txBody>
      </p:sp>
      <p:sp>
        <p:nvSpPr>
          <p:cNvPr id="7" name="Completed ranges"/>
          <p:cNvSpPr txBox="1"/>
          <p:nvPr/>
        </p:nvSpPr>
        <p:spPr>
          <a:xfrm>
            <a:off x="777240" y="4343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FR1 to FR10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FR13 to FR21</a:t>
            </a:r>
            <a:endParaRPr lang="en-US" sz="1800" dirty="0"/>
          </a:p>
        </p:txBody>
      </p:sp>
      <p:sp>
        <p:nvSpPr>
          <p:cNvPr id="8" name="Pending label"/>
          <p:cNvSpPr txBox="1"/>
          <p:nvPr/>
        </p:nvSpPr>
        <p:spPr>
          <a:xfrm>
            <a:off x="4114800" y="16459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PENDING: 6</a:t>
            </a:r>
            <a:endParaRPr lang="en-US" sz="2000" dirty="0"/>
          </a:p>
        </p:txBody>
      </p:sp>
      <p:sp>
        <p:nvSpPr>
          <p:cNvPr id="9" name="Card FR22: Settings"/>
          <p:cNvSpPr/>
          <p:nvPr/>
        </p:nvSpPr>
        <p:spPr>
          <a:xfrm>
            <a:off x="4114800" y="210312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6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itle FR22: Settings"/>
          <p:cNvSpPr txBox="1"/>
          <p:nvPr/>
        </p:nvSpPr>
        <p:spPr>
          <a:xfrm>
            <a:off x="4343400" y="2176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FR22: Settings</a:t>
            </a:r>
            <a:endParaRPr lang="en-US" sz="1800" dirty="0"/>
          </a:p>
        </p:txBody>
      </p:sp>
      <p:sp>
        <p:nvSpPr>
          <p:cNvPr id="11" name="Text FR22: Settings"/>
          <p:cNvSpPr txBox="1"/>
          <p:nvPr/>
        </p:nvSpPr>
        <p:spPr>
          <a:xfrm>
            <a:off x="4343400" y="2496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Privacy is done; notification and language settings remain</a:t>
            </a:r>
            <a:endParaRPr lang="en-US" sz="1400" dirty="0"/>
          </a:p>
        </p:txBody>
      </p:sp>
      <p:sp>
        <p:nvSpPr>
          <p:cNvPr id="12" name="Status FR22: Settings"/>
          <p:cNvSpPr txBox="1"/>
          <p:nvPr/>
        </p:nvSpPr>
        <p:spPr>
          <a:xfrm>
            <a:off x="4343400" y="30083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Partly done</a:t>
            </a:r>
            <a:endParaRPr lang="en-US" sz="1300" dirty="0"/>
          </a:p>
        </p:txBody>
      </p:sp>
      <p:sp>
        <p:nvSpPr>
          <p:cNvPr id="13" name="Card FR25: AI task breakdown"/>
          <p:cNvSpPr/>
          <p:nvPr/>
        </p:nvSpPr>
        <p:spPr>
          <a:xfrm>
            <a:off x="7982712" y="210312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4" name="Title FR25: AI task breakdown"/>
          <p:cNvSpPr txBox="1"/>
          <p:nvPr/>
        </p:nvSpPr>
        <p:spPr>
          <a:xfrm>
            <a:off x="8211312" y="21762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FR25: AI task breakdown</a:t>
            </a:r>
            <a:endParaRPr lang="en-US" sz="1800" dirty="0"/>
          </a:p>
        </p:txBody>
      </p:sp>
      <p:sp>
        <p:nvSpPr>
          <p:cNvPr id="15" name="Text FR25: AI task breakdown"/>
          <p:cNvSpPr txBox="1"/>
          <p:nvPr/>
        </p:nvSpPr>
        <p:spPr>
          <a:xfrm>
            <a:off x="8211312" y="2496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Turns one task into subtasks using a model</a:t>
            </a:r>
            <a:endParaRPr lang="en-US" sz="1400" dirty="0"/>
          </a:p>
        </p:txBody>
      </p:sp>
      <p:sp>
        <p:nvSpPr>
          <p:cNvPr id="16" name="Status FR25: AI task breakdown"/>
          <p:cNvSpPr txBox="1"/>
          <p:nvPr/>
        </p:nvSpPr>
        <p:spPr>
          <a:xfrm>
            <a:off x="8211312" y="30083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Not started</a:t>
            </a:r>
            <a:endParaRPr lang="en-US" sz="1300" dirty="0"/>
          </a:p>
        </p:txBody>
      </p:sp>
      <p:sp>
        <p:nvSpPr>
          <p:cNvPr id="17" name="Card FR23: AI stand-up reports"/>
          <p:cNvSpPr/>
          <p:nvPr/>
        </p:nvSpPr>
        <p:spPr>
          <a:xfrm>
            <a:off x="4114800" y="338328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Title FR23: AI stand-up reports"/>
          <p:cNvSpPr txBox="1"/>
          <p:nvPr/>
        </p:nvSpPr>
        <p:spPr>
          <a:xfrm>
            <a:off x="4343400" y="34564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FR23: AI stand-up reports</a:t>
            </a:r>
            <a:endParaRPr lang="en-US" sz="1800" dirty="0"/>
          </a:p>
        </p:txBody>
      </p:sp>
      <p:sp>
        <p:nvSpPr>
          <p:cNvPr id="19" name="Text FR23: AI stand-up reports"/>
          <p:cNvSpPr txBox="1"/>
          <p:nvPr/>
        </p:nvSpPr>
        <p:spPr>
          <a:xfrm>
            <a:off x="4343400" y="3776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Summarises the activity feed into a daily report</a:t>
            </a:r>
            <a:endParaRPr lang="en-US" sz="1400" dirty="0"/>
          </a:p>
        </p:txBody>
      </p:sp>
      <p:sp>
        <p:nvSpPr>
          <p:cNvPr id="20" name="Status FR23: AI stand-up reports"/>
          <p:cNvSpPr txBox="1"/>
          <p:nvPr/>
        </p:nvSpPr>
        <p:spPr>
          <a:xfrm>
            <a:off x="4343400" y="4288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Not started</a:t>
            </a:r>
            <a:endParaRPr lang="en-US" sz="1300" dirty="0"/>
          </a:p>
        </p:txBody>
      </p:sp>
      <p:sp>
        <p:nvSpPr>
          <p:cNvPr id="21" name="Card FR24: AI sprint planning"/>
          <p:cNvSpPr/>
          <p:nvPr/>
        </p:nvSpPr>
        <p:spPr>
          <a:xfrm>
            <a:off x="7982712" y="338328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2" name="Title FR24: AI sprint planning"/>
          <p:cNvSpPr txBox="1"/>
          <p:nvPr/>
        </p:nvSpPr>
        <p:spPr>
          <a:xfrm>
            <a:off x="8211312" y="34564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FR24: AI sprint planning</a:t>
            </a:r>
            <a:endParaRPr lang="en-US" sz="1800" dirty="0"/>
          </a:p>
        </p:txBody>
      </p:sp>
      <p:sp>
        <p:nvSpPr>
          <p:cNvPr id="23" name="Text FR24: AI sprint planning"/>
          <p:cNvSpPr txBox="1"/>
          <p:nvPr/>
        </p:nvSpPr>
        <p:spPr>
          <a:xfrm>
            <a:off x="8211312" y="3776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Suggests which backlog tasks fit a sprint</a:t>
            </a:r>
            <a:endParaRPr lang="en-US" sz="1400" dirty="0"/>
          </a:p>
        </p:txBody>
      </p:sp>
      <p:sp>
        <p:nvSpPr>
          <p:cNvPr id="24" name="Status FR24: AI sprint planning"/>
          <p:cNvSpPr txBox="1"/>
          <p:nvPr/>
        </p:nvSpPr>
        <p:spPr>
          <a:xfrm>
            <a:off x="8211312" y="42885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Not started</a:t>
            </a:r>
            <a:endParaRPr lang="en-US" sz="1300" dirty="0"/>
          </a:p>
        </p:txBody>
      </p:sp>
      <p:sp>
        <p:nvSpPr>
          <p:cNvPr id="25" name="Card FR12: OCR extraction"/>
          <p:cNvSpPr/>
          <p:nvPr/>
        </p:nvSpPr>
        <p:spPr>
          <a:xfrm>
            <a:off x="4114800" y="466344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26" name="Title FR12: OCR extraction"/>
          <p:cNvSpPr txBox="1"/>
          <p:nvPr/>
        </p:nvSpPr>
        <p:spPr>
          <a:xfrm>
            <a:off x="4343400" y="47365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FR12: OCR extraction</a:t>
            </a:r>
            <a:endParaRPr lang="en-US" sz="1800" dirty="0"/>
          </a:p>
        </p:txBody>
      </p:sp>
      <p:sp>
        <p:nvSpPr>
          <p:cNvPr id="27" name="Text FR12: OCR extraction"/>
          <p:cNvSpPr txBox="1"/>
          <p:nvPr/>
        </p:nvSpPr>
        <p:spPr>
          <a:xfrm>
            <a:off x="4343400" y="5056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Reads text from images and scanned documents</a:t>
            </a:r>
            <a:endParaRPr lang="en-US" sz="1400" dirty="0"/>
          </a:p>
        </p:txBody>
      </p:sp>
      <p:sp>
        <p:nvSpPr>
          <p:cNvPr id="28" name="Status FR12: OCR extraction"/>
          <p:cNvSpPr txBox="1"/>
          <p:nvPr/>
        </p:nvSpPr>
        <p:spPr>
          <a:xfrm>
            <a:off x="4343400" y="5568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Not started</a:t>
            </a:r>
            <a:endParaRPr lang="en-US" sz="1300" dirty="0"/>
          </a:p>
        </p:txBody>
      </p:sp>
      <p:sp>
        <p:nvSpPr>
          <p:cNvPr id="29" name="Card FR11: AI project generation"/>
          <p:cNvSpPr/>
          <p:nvPr/>
        </p:nvSpPr>
        <p:spPr>
          <a:xfrm>
            <a:off x="7982712" y="4663440"/>
            <a:ext cx="3657600" cy="1188720"/>
          </a:xfrm>
          <a:prstGeom prst="roundRect">
            <a:avLst>
              <a:gd name="adj" fmla="val 19231"/>
            </a:avLst>
          </a:prstGeom>
          <a:solidFill>
            <a:schemeClr val="accent4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30" name="Title FR11: AI project generation"/>
          <p:cNvSpPr txBox="1"/>
          <p:nvPr/>
        </p:nvSpPr>
        <p:spPr>
          <a:xfrm>
            <a:off x="8211312" y="47365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FR11: AI project generation</a:t>
            </a:r>
            <a:endParaRPr lang="en-US" sz="1800" dirty="0"/>
          </a:p>
        </p:txBody>
      </p:sp>
      <p:sp>
        <p:nvSpPr>
          <p:cNvPr id="31" name="Text FR11: AI project generation"/>
          <p:cNvSpPr txBox="1"/>
          <p:nvPr/>
        </p:nvSpPr>
        <p:spPr>
          <a:xfrm>
            <a:off x="8211312" y="505663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Builds a project plan from an uploaded document</a:t>
            </a:r>
            <a:endParaRPr lang="en-US" sz="1400" dirty="0"/>
          </a:p>
        </p:txBody>
      </p:sp>
      <p:sp>
        <p:nvSpPr>
          <p:cNvPr id="32" name="Status FR11: AI project generation"/>
          <p:cNvSpPr txBox="1"/>
          <p:nvPr/>
        </p:nvSpPr>
        <p:spPr>
          <a:xfrm>
            <a:off x="8211312" y="55686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0000"/>
                </a:solidFill>
              </a:rPr>
              <a:t>Not started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lowSync Course Template">
  <a:themeElements>
    <a:clrScheme name="FlowSync Course Template">
      <a:dk1>
        <a:srgbClr val="000000"/>
      </a:dk1>
      <a:lt1>
        <a:srgbClr val="FFFFFF"/>
      </a:lt1>
      <a:dk2>
        <a:srgbClr val="335295"/>
      </a:dk2>
      <a:lt2>
        <a:srgbClr val="F2F2F2"/>
      </a:lt2>
      <a:accent1>
        <a:srgbClr val="DAE8FC"/>
      </a:accent1>
      <a:accent2>
        <a:srgbClr val="D5E8D4"/>
      </a:accent2>
      <a:accent3>
        <a:srgbClr val="FFE6CC"/>
      </a:accent3>
      <a:accent4>
        <a:srgbClr val="F8CECC"/>
      </a:accent4>
      <a:accent5>
        <a:srgbClr val="E1D5E7"/>
      </a:accent5>
      <a:accent6>
        <a:srgbClr val="FFF2CC"/>
      </a:accent6>
      <a:hlink>
        <a:srgbClr val="335295"/>
      </a:hlink>
      <a:folHlink>
        <a:srgbClr val="9673A6"/>
      </a:folHlink>
    </a:clrScheme>
    <a:fontScheme name="FlowSync Course Templa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FlowSync: remaining functional requirements</dc:title>
  <dc:subject>PptxGenJS Presentation</dc:subject>
  <dc:creator>FlowSync team</dc:creator>
  <cp:lastModifiedBy>FlowSync team</cp:lastModifiedBy>
  <cp:revision>1</cp:revision>
  <dcterms:created xsi:type="dcterms:W3CDTF">2026-10-12T02:53:29Z</dcterms:created>
  <dcterms:modified xsi:type="dcterms:W3CDTF">2026-10-12T02:53:29Z</dcterms:modified>
</cp:coreProperties>
</file>